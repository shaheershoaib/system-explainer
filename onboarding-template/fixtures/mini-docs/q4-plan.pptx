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/>
        <p:txBody>
          <a:bodyPr/>
          <a:lstStyle/>
          <a:p>
            <a:r>
              <a:rPr lang="en-US"/>
              <a:t>Remind the team that the free tier change lands October 1.</a:t>
            </a:r>
          </a:p>
        </p:txBody>
      </p:sp>
      <p:sp>
        <p:nvSpPr>
          <p:cNvPr id="3" name="Slide Number"/>
          <p:cNvSpPr/>
          <p:nvPr>
            <p:ph type="sldNum"/>
          </p:nvPr>
        </p:nvSpPr>
        <p:spPr/>
        <p:txBody>
          <a:bodyPr/>
          <a:p>
            <a:fld id="{1}" type="slidenum">
              <a:t>2</a:t>
            </a:fld>
          </a:p>
        </p:txBody>
      </p:sp>
    </p:spTree>
  </p:cSld>
</p:note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/>
        <p:txBody>
          <a:bodyPr/>
          <a:lstStyle/>
          <a:p>
            <a:r>
              <a:rPr lang="en-US"/>
              <a:t>Q4 plan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lstStyle/>
          <a:p>
            <a:r>
              <a:rPr lang="en-US"/>
              <a:t>Larkspur, October to December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/>
        <p:txBody>
          <a:bodyPr/>
          <a:lstStyle/>
          <a:p>
            <a:r>
              <a:rPr lang="en-US"/>
              <a:t>Milestones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lstStyle/>
          <a:p>
            <a:r>
              <a:rPr lang="en-US"/>
              <a:t>October 1: free tier goes to 5 seats</a:t>
            </a:r>
          </a:p>
          <a:p>
            <a:r>
              <a:rPr lang="en-US"/>
              <a:t>October: new booking page</a:t>
            </a:r>
          </a:p>
          <a:p>
            <a:r>
              <a:rPr lang="en-US"/>
              <a:t>November: two-way calendar sync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Larkspur Q4 plan</dc:title>
  <dc:creator>Dana</dc:creator>
  <dcterms:created xsi:type="dcterms:W3CDTF">2026-09-18T09:00:00Z</dcterms:created>
  <dcterms:modified xsi:type="dcterms:W3CDTF">2026-09-20T10:00:00Z</dcterms:modified>
</cp:coreProperties>
</file>